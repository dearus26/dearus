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Dear Us 개발 일정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51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2026.10.7 ~ 12.2 · 한 칸 = 1주(시작일 표기)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9144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30175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M1 (10월)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M2 (11월)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</a:tr>
              <a:tr h="30175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10/14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10/21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10/28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11/4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11/11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11/18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11/25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EF7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12/2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</a:tr>
              <a:tr h="30175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콘셉트 확정 / 기능 정의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유사 앱 분석 / 일정 수립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UI/UX 설계 / 스토리보드 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색상·폰트 등 디자인 가이드 정리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환경 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서버·DB(ERD) 구축 / API 명세 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B6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Back-end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소셜 로그인 / 일기·감정 태그 / 캘린더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카톡 업로드·파싱 / 마스킹 / 주 단위 요약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페르소나 생성·재사용 / Gemini 채팅 / 리포트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위기 신호 안내 / 커플 초대·동의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1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Front-end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 구조 / 화면 전환 / 기본 네비게이션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로그인·홈·일기·카톡 업로드 화면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UI / 리포트 / 상담 안내 화면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커플 모드 화면 / API 연동 / UI 완성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반영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피그마 시안 → 앱 UI 적용 / 컬러·폰트 통일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테스트/디버깅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기능별 단위 테스트 / 버그 수정 / 성능 최적화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베타 테스트 및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 테스트 / 사용자 피드백 / 데이터 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 배포 및 발표 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자료 / 시연 영상 / 서버 안정화 / 앱 배포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B6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Dear Us 개발 일정</dc:title>
  <dc:subject>PptxGenJS Presentation</dc:subject>
  <dc:creator>PptxGenJS</dc:creator>
  <cp:lastModifiedBy>PptxGenJS</cp:lastModifiedBy>
  <cp:revision>1</cp:revision>
  <dcterms:created xsi:type="dcterms:W3CDTF">2026-10-07T07:23:09Z</dcterms:created>
  <dcterms:modified xsi:type="dcterms:W3CDTF">2026-10-07T07:23:09Z</dcterms:modified>
</cp:coreProperties>
</file>